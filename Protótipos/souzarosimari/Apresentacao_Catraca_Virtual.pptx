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de Catraca Virtual para Ônibus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Demonstração com Python, Flask e SQLite</a:t>
            </a:r>
          </a:p>
          <a:p>
            <a:r>
              <a:t>GitHub Codespaces | Outubro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Simular catraca de ônibus 100% web, sem hardware físico</a:t>
            </a:r>
          </a:p>
          <a:p>
            <a:pPr>
              <a:defRPr sz="2000"/>
            </a:pPr>
            <a:r>
              <a:t>Permitir criação de cartões virtuais e validação por ID</a:t>
            </a:r>
          </a:p>
          <a:p>
            <a:pPr>
              <a:defRPr sz="2000"/>
            </a:pPr>
            <a:r>
              <a:t>Demonstrar: banco de dados, validação, múltiplos dispositivos</a:t>
            </a:r>
          </a:p>
          <a:p>
            <a:pPr>
              <a:defRPr sz="2000"/>
            </a:pPr>
            <a:r>
              <a:t>Uso acadêmico para conceitos de sistemas distribuídos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Back-end: Python 3 + Flask</a:t>
            </a:r>
          </a:p>
          <a:p>
            <a:pPr>
              <a:defRPr sz="2000"/>
            </a:pPr>
            <a:r>
              <a:t>Front-end: HTML5 + CSS3 Responsivo Mobile-First</a:t>
            </a:r>
          </a:p>
          <a:p>
            <a:pPr>
              <a:defRPr sz="2000"/>
            </a:pPr>
            <a:r>
              <a:t>Banco de Dados: SQLite com 2 tabelas</a:t>
            </a:r>
          </a:p>
          <a:p>
            <a:pPr>
              <a:defRPr sz="2000"/>
            </a:pPr>
            <a:r>
              <a:t>Ambiente: GitHub Codespaces com porta pública</a:t>
            </a:r>
          </a:p>
          <a:p>
            <a:pPr>
              <a:defRPr sz="2000"/>
            </a:pPr>
            <a:r>
              <a:t>Demonstração: 2 celulares simultâneos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MVP Entregue - Requisitos Funcionais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RF01: Criar cartão com nome e saldo inicial</a:t>
            </a:r>
          </a:p>
          <a:p>
            <a:pPr>
              <a:defRPr sz="2000"/>
            </a:pPr>
            <a:r>
              <a:t>RF02: Gerar ID único automático para cada cartão</a:t>
            </a:r>
          </a:p>
          <a:p>
            <a:pPr>
              <a:defRPr sz="2000"/>
            </a:pPr>
            <a:r>
              <a:t>RF03: Consultar cartão por ID</a:t>
            </a:r>
          </a:p>
          <a:p>
            <a:pPr>
              <a:defRPr sz="2000"/>
            </a:pPr>
            <a:r>
              <a:t>RF04: Catraca virtual valida entrada</a:t>
            </a:r>
          </a:p>
          <a:p>
            <a:pPr>
              <a:defRPr sz="2000"/>
            </a:pPr>
            <a:r>
              <a:t>RF05: Aprova se cartão ativo e saldo &gt;= R$ 5,00</a:t>
            </a:r>
          </a:p>
          <a:p>
            <a:pPr>
              <a:defRPr sz="2000"/>
            </a:pPr>
            <a:r>
              <a:t>RF06: Nega se inexistente, bloqueado ou sem saldo</a:t>
            </a:r>
          </a:p>
          <a:p>
            <a:pPr>
              <a:defRPr sz="2000"/>
            </a:pPr>
            <a:r>
              <a:t>RF07: Desconta R$ 5,00 se aprovado</a:t>
            </a:r>
          </a:p>
          <a:p>
            <a:pPr>
              <a:defRPr sz="2000"/>
            </a:pPr>
            <a:r>
              <a:t>RF08: Registra todas as tentativas no histórico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Regras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Cartão só libera se status = 'Ativo'</a:t>
            </a:r>
          </a:p>
          <a:p>
            <a:pPr>
              <a:defRPr sz="2000"/>
            </a:pPr>
            <a:r>
              <a:t>2. Saldo menor que R$ 5,00 = Entrada Negada</a:t>
            </a:r>
          </a:p>
          <a:p>
            <a:pPr>
              <a:defRPr sz="2000"/>
            </a:pPr>
            <a:r>
              <a:t>3. ID inexistente = Entrada Negada</a:t>
            </a:r>
          </a:p>
          <a:p>
            <a:pPr>
              <a:defRPr sz="2000"/>
            </a:pPr>
            <a:r>
              <a:t>4. Valor da passagem fixo: R$ 5,00</a:t>
            </a:r>
          </a:p>
          <a:p>
            <a:pPr>
              <a:defRPr sz="2000"/>
            </a:pPr>
            <a:r>
              <a:t>5. Toda tentativa é registrada, mesmo negada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5. Tela 1: Página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Imagem não encontrada: static/tela1_inicio.png</a:t>
            </a:r>
          </a:p>
          <a:p>
            <a:r>
              <a:t>Salve as imagens geradas na pasta /static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Menu principal com acesso para Passageiro e Operador da Catraca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6. Tela 2: Criar Cartão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Imagem não encontrada: static/tela2_criar.png</a:t>
            </a:r>
          </a:p>
          <a:p>
            <a:r>
              <a:t>Salve as imagens geradas na pasta /static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Formulário: nome do passageiro e saldo inicial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7. Tela 3: Cartão Criado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Imagem não encontrada: static/tela3_cartao.png</a:t>
            </a:r>
          </a:p>
          <a:p>
            <a:r>
              <a:t>Salve as imagens geradas na pasta /static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Sistema exibe ID 1001, saldo R$ 20,00 e status Ativo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8. Tela 4: Catraca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Imagem não encontrada: static/tela4_catraca.png</a:t>
            </a:r>
          </a:p>
          <a:p>
            <a:r>
              <a:t>Salve as imagens geradas na pasta /static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Operador digita o ID do cartão para validar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9. Tela 5: Entrada Aprovada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Imagem não encontrada: static/tela5_aprovada.png</a:t>
            </a:r>
          </a:p>
          <a:p>
            <a:r>
              <a:t>Salve as imagens geradas na pasta /static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Saldo suficiente: desconta R$ 5,00 e libera entrada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10. Tela 6: Entrada Negada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Imagem não encontrada: static/tela6_negada.png</a:t>
            </a:r>
          </a:p>
          <a:p>
            <a:r>
              <a:t>Salve as imagens geradas na pasta /static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Motivo: Saldo insuficiente, cartão bloqueado ou inexistente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11. Tela 7: Histórico de Passagens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Imagem não encontrada: static/tela7_historico.png</a:t>
            </a:r>
          </a:p>
          <a:p>
            <a:r>
              <a:t>Salve as imagens geradas na pasta /static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Tabela com data, ID, status, motivo e valor cobrado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Roteiro de Demonstração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PC: Abrir Codespaces e tornar porta 5000 pública</a:t>
            </a:r>
          </a:p>
          <a:p>
            <a:pPr>
              <a:defRPr sz="2000"/>
            </a:pPr>
            <a:r>
              <a:t>2. Celular 1: Criar cartão 'João Silva' com R$ 20,00 → ID 1001</a:t>
            </a:r>
          </a:p>
          <a:p>
            <a:pPr>
              <a:defRPr sz="2000"/>
            </a:pPr>
            <a:r>
              <a:t>3. Celular 2: Catraca → digitar 1001 → Validar</a:t>
            </a:r>
          </a:p>
          <a:p>
            <a:pPr>
              <a:defRPr sz="2000"/>
            </a:pPr>
            <a:r>
              <a:t>4. Mostrar: 'Entrada Aprovada. Boa viagem!'</a:t>
            </a:r>
          </a:p>
          <a:p>
            <a:pPr>
              <a:defRPr sz="2000"/>
            </a:pPr>
            <a:r>
              <a:t>5. Celular 1: Consultar cartão → Saldo agora R$ 15,00</a:t>
            </a:r>
          </a:p>
          <a:p>
            <a:pPr>
              <a:defRPr sz="2000"/>
            </a:pPr>
            <a:r>
              <a:t>6. Mostrar histórico + testar ID 9999 = Negado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MVP 100% funcional entregue conforme PRD</a:t>
            </a:r>
          </a:p>
          <a:p>
            <a:pPr>
              <a:defRPr sz="2000"/>
            </a:pPr>
            <a:r>
              <a:t>Simula fluxo completo: cadastro → validação → registro</a:t>
            </a:r>
          </a:p>
          <a:p>
            <a:pPr>
              <a:defRPr sz="2000"/>
            </a:pPr>
            <a:r>
              <a:t>Riscos mitigados: CSS responsivo + init_db() + teste de porta</a:t>
            </a:r>
          </a:p>
          <a:p>
            <a:pPr>
              <a:defRPr sz="2000"/>
            </a:pPr>
            <a:r>
              <a:t>Próximos passos: QR Code, tela admin, login, relatórios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